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FinOps &amp; Cloud Cost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BEB1"/>
                </a:solidFill>
              </a:defRPr>
            </a:pPr>
            <a:r>
              <a:t>System Provisioning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Experiment X — Emerging Trends and Future Technologies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A Python-based cost monitoring proof of concept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Student: __________ | Roll No.: 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Cloud spend is distributed across services and resources.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Manual invoice reviews may detect overspend late.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Idle or underused resources may continue to incur charges.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Goal: make cost, budget variance and review candidates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FinOps?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A collaborative operating practice connecting engineering, finance and business.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Makes cloud usage and cost visible and accountable.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Balances cost, speed, quality and business value.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Cost observability is one practical part of this wider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Input: CSV with service, resource, cost, budget, utilization and idle flag.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Python processor reads and aggregates records.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Rule checks flag cost above budget and idle candidates.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Outputs: terminal summary, summary CSV and HTML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1. Load billing-like CSV records.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2. Sum costs by service and in total.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3. Compare resource cost against budget.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4. List records marked idle for human review.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5. Generate dashboard and CSV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Working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Run: python demo/finops_dashboard.py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No cloud account or third-party Python packages required.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Open demo/finops_dashboard.html in a browser.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Dataset is synthetic; it demonstrates the workflow, not live cloud billing.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Sample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8 resource records processed.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Illustrative total cost: $445.25.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Illustrative combined budget: $455.00.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Variance: -$9.75 (about -2.1%).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These values come from the bundled sample dataset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Manual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Manual review depends on spreadsheet maintenance and analyst attention.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Scripted aggregation is repeatable and makes exceptions visible.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Production cloud tools can add native billing data and threshold alerts.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Prototype is not a replacement for provider billing or allocation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Synthetic sample data; no live billing integration.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Missing or inconsistent tags can misallocate cost.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Idle flags do not prove that a resource can safely be stopped.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Simple rules do not forecast spend or detect sophisticated anomalies.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Production use needs access controls, data quality and human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Responsible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Start with read-only reporting and agreed budgets.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Add ownership tags and service-level cost allocation.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Route alerts to accountable teams.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Review optimization recommendations before action.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Automate only low-risk actions after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FinOps turns cost into a measurable operational signal.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The model groups spend, checks budgets and flags review candidates.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The HTML dashboard is a working local demonstration.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Real savings require trustworthy billing data and validated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94360"/>
          </a:xfrm>
          <a:prstGeom prst="rect">
            <a:avLst/>
          </a:prstGeom>
          <a:solidFill>
            <a:srgbClr val="27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FinOps Foundation: https://www.finops.org/introduction/what-is-finops/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FinOps Framework: https://www.finops.org/framework/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AWS Cost Explorer: https://docs.aws.amazon.com/cost-management/latest/userguide/ce-what-is.html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AWS Budgets: https://docs.aws.amazon.com/cost-management/latest/userguide/budgets-managing-costs.html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Google Cloud Billing reports: https://cloud.google.com/billing/docs/how-to/reports</a:t>
            </a:r>
          </a:p>
          <a:p>
            <a:pPr>
              <a:spcAft>
                <a:spcPts val="1400"/>
              </a:spcAft>
              <a:defRPr sz="1800">
                <a:solidFill>
                  <a:srgbClr val="E9EFF6"/>
                </a:solidFill>
              </a:defRPr>
            </a:pPr>
            <a:r>
              <a:t>Microsoft Cost Management: https://learn.microsoft.com/en-us/azure/cost-management-billing/costs/overview-cost-management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5B4"/>
                </a:solidFill>
              </a:defRPr>
            </a:pPr>
            <a:r>
              <a:t>SYSTEM PROVISIONING &amp; MONITORING • EXPERIMENT X • CO5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